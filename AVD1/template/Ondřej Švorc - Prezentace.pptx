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96" r:id="rId3"/>
    <p:sldId id="297" r:id="rId4"/>
    <p:sldId id="283" r:id="rId5"/>
  </p:sldIdLst>
  <p:sldSz cx="12192000" cy="6858000"/>
  <p:notesSz cx="6858000" cy="9144000"/>
  <p:defaultTextStyle>
    <a:defPPr>
      <a:defRPr lang="cs-C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44444"/>
    <a:srgbClr val="8599AA"/>
    <a:srgbClr val="525252"/>
    <a:srgbClr val="007BC6"/>
    <a:srgbClr val="00D8FF"/>
    <a:srgbClr val="7CC44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řední styl 2 – zvýraznění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Bez stylu, mřížka tabulky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záhlaví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Zástupný symbol pro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1DF9F60-53EA-4412-ACEA-357B39441279}" type="datetimeFigureOut">
              <a:rPr lang="cs-CZ" smtClean="0"/>
              <a:t>16.01.2026</a:t>
            </a:fld>
            <a:endParaRPr lang="cs-CZ"/>
          </a:p>
        </p:txBody>
      </p:sp>
      <p:sp>
        <p:nvSpPr>
          <p:cNvPr id="4" name="Zástupný symbol pro obrázek snímku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Zástupný symbol pro poznámky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D29358D-C246-4F88-A2A0-85E0F35EE278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5132530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cs-CZ" dirty="0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29358D-C246-4F88-A2A0-85E0F35EE278}" type="slidenum">
              <a:rPr lang="cs-CZ" smtClean="0"/>
              <a:t>1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4079641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725D2F83-4F94-8D62-923A-EDC7EA2F5A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BA6E4563-0F88-9A10-298A-3F3B8415CA2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cs-CZ"/>
              <a:t>Kliknutím můžete upravit styl předlohy.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321C72F7-0C28-D971-C6A5-2B31DC297F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B10CBD-A3AC-4517-8E4F-B541DD49A688}" type="datetimeFigureOut">
              <a:rPr lang="cs-CZ" smtClean="0"/>
              <a:t>16.01.2026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E96D3C51-1176-E43C-8FED-8239F77F87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249C466E-BED5-CEF2-75E6-F8389DE8DA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714430-220C-49AB-AF58-C569EB803C05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0911928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dpis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49CF043E-44B8-5AFF-A6FD-B95F96FD98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9364E962-EF0B-C90E-5AF8-8FA2109365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4BA8010A-2B16-DF6C-B799-4064E14BF6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B10CBD-A3AC-4517-8E4F-B541DD49A688}" type="datetimeFigureOut">
              <a:rPr lang="cs-CZ" smtClean="0"/>
              <a:t>16.01.2026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858E3783-F327-C756-C62C-96749826F4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566A81A5-1612-835C-2A8C-E3B291AFB6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714430-220C-49AB-AF58-C569EB803C05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362108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Záhlaví oddí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186F0363-0E39-33E3-EA94-35CED901B1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965D2DDF-C678-B899-D835-7EC47FCC65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B58D2250-F1E3-51FC-12AA-A246A5A403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B10CBD-A3AC-4517-8E4F-B541DD49A688}" type="datetimeFigureOut">
              <a:rPr lang="cs-CZ" smtClean="0"/>
              <a:t>16.01.2026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1692BC04-E114-E58D-5C5C-9A293D01C9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2A01D2F6-1583-B09F-88B5-7B66920158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714430-220C-49AB-AF58-C569EB803C05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2515229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68D9C6BE-B170-98AC-FB14-F032C9AB38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97EBC99F-7BA7-FB7E-EF56-991DB6C7FD6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6C34ADCF-2558-6C1D-86C5-A796F49375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A76A04AD-5541-922C-9358-6EE84682A0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B10CBD-A3AC-4517-8E4F-B541DD49A688}" type="datetimeFigureOut">
              <a:rPr lang="cs-CZ" smtClean="0"/>
              <a:t>16.01.2026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467E8C79-65ED-9208-30DC-E362924A48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92E3249C-35FA-FA80-2B84-45E9920A2C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714430-220C-49AB-AF58-C569EB803C05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9205913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DE4B06D0-975A-0029-4947-9029835AED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C3080222-9087-ABFF-1657-5342EB8ABA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40BD95C1-12BC-BE87-2C3A-974C8E352E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text 4">
            <a:extLst>
              <a:ext uri="{FF2B5EF4-FFF2-40B4-BE49-F238E27FC236}">
                <a16:creationId xmlns:a16="http://schemas.microsoft.com/office/drawing/2014/main" id="{7AE6B7B1-EE37-4CEA-A110-64E092E37E1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6" name="Zástupný obsah 5">
            <a:extLst>
              <a:ext uri="{FF2B5EF4-FFF2-40B4-BE49-F238E27FC236}">
                <a16:creationId xmlns:a16="http://schemas.microsoft.com/office/drawing/2014/main" id="{F17BCF43-EA0D-4AF9-4948-D1464F20BC4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7" name="Zástupný symbol pro datum 6">
            <a:extLst>
              <a:ext uri="{FF2B5EF4-FFF2-40B4-BE49-F238E27FC236}">
                <a16:creationId xmlns:a16="http://schemas.microsoft.com/office/drawing/2014/main" id="{6FF30722-19A0-38D5-6DE5-1A12832410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B10CBD-A3AC-4517-8E4F-B541DD49A688}" type="datetimeFigureOut">
              <a:rPr lang="cs-CZ" smtClean="0"/>
              <a:t>16.01.2026</a:t>
            </a:fld>
            <a:endParaRPr lang="cs-CZ"/>
          </a:p>
        </p:txBody>
      </p:sp>
      <p:sp>
        <p:nvSpPr>
          <p:cNvPr id="8" name="Zástupný symbol pro zápatí 7">
            <a:extLst>
              <a:ext uri="{FF2B5EF4-FFF2-40B4-BE49-F238E27FC236}">
                <a16:creationId xmlns:a16="http://schemas.microsoft.com/office/drawing/2014/main" id="{A202AA4A-6DB3-39A0-FEA5-D69A3148BC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9" name="Zástupný symbol pro číslo snímku 8">
            <a:extLst>
              <a:ext uri="{FF2B5EF4-FFF2-40B4-BE49-F238E27FC236}">
                <a16:creationId xmlns:a16="http://schemas.microsoft.com/office/drawing/2014/main" id="{51C6AC10-505F-2A84-F11B-EFF7B3C238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714430-220C-49AB-AF58-C569EB803C05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0366365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Jenom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4345AFAB-CCED-4D1C-CC13-F2C4806876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datum 2">
            <a:extLst>
              <a:ext uri="{FF2B5EF4-FFF2-40B4-BE49-F238E27FC236}">
                <a16:creationId xmlns:a16="http://schemas.microsoft.com/office/drawing/2014/main" id="{726AEA9B-7511-B147-B369-8A40241C70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B10CBD-A3AC-4517-8E4F-B541DD49A688}" type="datetimeFigureOut">
              <a:rPr lang="cs-CZ" smtClean="0"/>
              <a:t>16.01.2026</a:t>
            </a:fld>
            <a:endParaRPr lang="cs-CZ"/>
          </a:p>
        </p:txBody>
      </p:sp>
      <p:sp>
        <p:nvSpPr>
          <p:cNvPr id="4" name="Zástupný symbol pro zápatí 3">
            <a:extLst>
              <a:ext uri="{FF2B5EF4-FFF2-40B4-BE49-F238E27FC236}">
                <a16:creationId xmlns:a16="http://schemas.microsoft.com/office/drawing/2014/main" id="{8B0282F3-91CC-2C6E-E41C-64D1CECFDA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5" name="Zástupný symbol pro číslo snímku 4">
            <a:extLst>
              <a:ext uri="{FF2B5EF4-FFF2-40B4-BE49-F238E27FC236}">
                <a16:creationId xmlns:a16="http://schemas.microsoft.com/office/drawing/2014/main" id="{EF347761-BCA9-0661-253B-5689FE35B8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714430-220C-49AB-AF58-C569EB803C05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1508685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datum 1">
            <a:extLst>
              <a:ext uri="{FF2B5EF4-FFF2-40B4-BE49-F238E27FC236}">
                <a16:creationId xmlns:a16="http://schemas.microsoft.com/office/drawing/2014/main" id="{81EC6687-C807-98DB-7C7F-A5EDF45B3E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B10CBD-A3AC-4517-8E4F-B541DD49A688}" type="datetimeFigureOut">
              <a:rPr lang="cs-CZ" smtClean="0"/>
              <a:t>16.01.2026</a:t>
            </a:fld>
            <a:endParaRPr lang="cs-CZ"/>
          </a:p>
        </p:txBody>
      </p:sp>
      <p:sp>
        <p:nvSpPr>
          <p:cNvPr id="3" name="Zástupný symbol pro zápatí 2">
            <a:extLst>
              <a:ext uri="{FF2B5EF4-FFF2-40B4-BE49-F238E27FC236}">
                <a16:creationId xmlns:a16="http://schemas.microsoft.com/office/drawing/2014/main" id="{6338BE7B-0887-5817-7D45-636B1BF408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AC47D35E-0D51-E273-F079-69D6DE0A45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714430-220C-49AB-AF58-C569EB803C05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7462998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5647D8D-E162-BF8D-4C7C-90A7856565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8AF57D60-7CA2-CC9B-268D-127231CA35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text 3">
            <a:extLst>
              <a:ext uri="{FF2B5EF4-FFF2-40B4-BE49-F238E27FC236}">
                <a16:creationId xmlns:a16="http://schemas.microsoft.com/office/drawing/2014/main" id="{3C1E5317-A052-EFB8-39EB-35A8CCD6A7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3094D8A9-FEDA-A447-07C5-000DE60E9A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B10CBD-A3AC-4517-8E4F-B541DD49A688}" type="datetimeFigureOut">
              <a:rPr lang="cs-CZ" smtClean="0"/>
              <a:t>16.01.2026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6B71FB37-D330-9994-06DA-70F4830A4B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E6FF09A2-3076-B555-6E4B-C6B7477B9E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714430-220C-49AB-AF58-C569EB803C05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7957146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ek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9DF38E1F-551A-DAAB-C70E-88B150430F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symbol obrázku 2">
            <a:extLst>
              <a:ext uri="{FF2B5EF4-FFF2-40B4-BE49-F238E27FC236}">
                <a16:creationId xmlns:a16="http://schemas.microsoft.com/office/drawing/2014/main" id="{58A2F87F-5087-5850-16BD-C1991DA8BE0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cs-CZ"/>
          </a:p>
        </p:txBody>
      </p:sp>
      <p:sp>
        <p:nvSpPr>
          <p:cNvPr id="4" name="Zástupný text 3">
            <a:extLst>
              <a:ext uri="{FF2B5EF4-FFF2-40B4-BE49-F238E27FC236}">
                <a16:creationId xmlns:a16="http://schemas.microsoft.com/office/drawing/2014/main" id="{70B92D89-F193-8C40-9CB0-EC4283D2F21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50E2EE6D-BCCF-51F2-1F3F-EB56768AF6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B10CBD-A3AC-4517-8E4F-B541DD49A688}" type="datetimeFigureOut">
              <a:rPr lang="cs-CZ" smtClean="0"/>
              <a:t>16.01.2026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25E28C61-44A8-F925-A698-DA41342F40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68A43E1D-3A47-CC98-1700-3F80F1B021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714430-220C-49AB-AF58-C569EB803C05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5500430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EBB2A1CF-72F0-D455-896D-B696A00BB0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svislý text 2">
            <a:extLst>
              <a:ext uri="{FF2B5EF4-FFF2-40B4-BE49-F238E27FC236}">
                <a16:creationId xmlns:a16="http://schemas.microsoft.com/office/drawing/2014/main" id="{0F0FC423-71FA-E854-A315-B28B5ACB138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791EA907-B33A-1F7F-9F94-34CB5E77F8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B10CBD-A3AC-4517-8E4F-B541DD49A688}" type="datetimeFigureOut">
              <a:rPr lang="cs-CZ" smtClean="0"/>
              <a:t>16.01.2026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4F478A4C-8715-3AE9-ACE5-8A7BC9E1CC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8D4D400E-DB9A-A767-5323-0261A34BE2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714430-220C-49AB-AF58-C569EB803C05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3766524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S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vislý nadpis 1">
            <a:extLst>
              <a:ext uri="{FF2B5EF4-FFF2-40B4-BE49-F238E27FC236}">
                <a16:creationId xmlns:a16="http://schemas.microsoft.com/office/drawing/2014/main" id="{5532F133-0F82-0C45-7D51-F5254499BDC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svislý text 2">
            <a:extLst>
              <a:ext uri="{FF2B5EF4-FFF2-40B4-BE49-F238E27FC236}">
                <a16:creationId xmlns:a16="http://schemas.microsoft.com/office/drawing/2014/main" id="{4734FFD8-6C66-8350-C3E1-D5EAC346C49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3D764339-C9EA-6E67-7A23-3C96D27219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B10CBD-A3AC-4517-8E4F-B541DD49A688}" type="datetimeFigureOut">
              <a:rPr lang="cs-CZ" smtClean="0"/>
              <a:t>16.01.2026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23BAD5CF-93B2-0960-9245-5BBFB7E88B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90FFC531-06B6-D3C5-69FA-3BE5A31488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714430-220C-49AB-AF58-C569EB803C05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1429157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nadpis 1">
            <a:extLst>
              <a:ext uri="{FF2B5EF4-FFF2-40B4-BE49-F238E27FC236}">
                <a16:creationId xmlns:a16="http://schemas.microsoft.com/office/drawing/2014/main" id="{68F6B85C-9E22-84E7-C78E-C7FFEC9197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CAA7AE8E-D7C3-FE53-E8A3-AA487D4EAD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494FFAC3-FBD0-19AA-06D8-E8988ACC0F5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BB10CBD-A3AC-4517-8E4F-B541DD49A688}" type="datetimeFigureOut">
              <a:rPr lang="cs-CZ" smtClean="0"/>
              <a:t>16.01.2026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6F3E77D4-F934-B7A3-1241-630FECEEEDB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C8950E02-DA7F-51E0-E1A3-586490F660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6714430-220C-49AB-AF58-C569EB803C05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8931052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cs-C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D7264BDF-880C-E1A6-828D-A846B18B7AD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 algn="l"/>
            <a:r>
              <a:rPr lang="cs-CZ" sz="5340" b="1" dirty="0">
                <a:solidFill>
                  <a:srgbClr val="444444"/>
                </a:solidFill>
              </a:rPr>
              <a:t>Nadpis</a:t>
            </a:r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530854EB-EDDA-FFA7-9996-854BF624475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39902" y="3447786"/>
            <a:ext cx="9144000" cy="1655762"/>
          </a:xfrm>
        </p:spPr>
        <p:txBody>
          <a:bodyPr>
            <a:normAutofit/>
          </a:bodyPr>
          <a:lstStyle/>
          <a:p>
            <a:pPr algn="l"/>
            <a:r>
              <a:rPr lang="cs-CZ" sz="2350" dirty="0">
                <a:solidFill>
                  <a:srgbClr val="002060"/>
                </a:solidFill>
              </a:rPr>
              <a:t>období</a:t>
            </a:r>
            <a:endParaRPr lang="en-US" sz="2350" dirty="0">
              <a:solidFill>
                <a:srgbClr val="002060"/>
              </a:solidFill>
            </a:endParaRPr>
          </a:p>
        </p:txBody>
      </p:sp>
      <p:sp>
        <p:nvSpPr>
          <p:cNvPr id="10" name="Obdélník 9">
            <a:extLst>
              <a:ext uri="{FF2B5EF4-FFF2-40B4-BE49-F238E27FC236}">
                <a16:creationId xmlns:a16="http://schemas.microsoft.com/office/drawing/2014/main" id="{8CBBEF4D-E1CA-4EE7-CDED-C446A3F60FD8}"/>
              </a:ext>
            </a:extLst>
          </p:cNvPr>
          <p:cNvSpPr/>
          <p:nvPr/>
        </p:nvSpPr>
        <p:spPr>
          <a:xfrm>
            <a:off x="0" y="-1"/>
            <a:ext cx="12192000" cy="160867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8" name="Obdélník 7">
            <a:extLst>
              <a:ext uri="{FF2B5EF4-FFF2-40B4-BE49-F238E27FC236}">
                <a16:creationId xmlns:a16="http://schemas.microsoft.com/office/drawing/2014/main" id="{6C65B5F1-7C18-DDBB-2C05-D54379EF1A4A}"/>
              </a:ext>
            </a:extLst>
          </p:cNvPr>
          <p:cNvSpPr/>
          <p:nvPr/>
        </p:nvSpPr>
        <p:spPr>
          <a:xfrm>
            <a:off x="0" y="6697133"/>
            <a:ext cx="12192000" cy="160867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4" name="Podnadpis 2">
            <a:extLst>
              <a:ext uri="{FF2B5EF4-FFF2-40B4-BE49-F238E27FC236}">
                <a16:creationId xmlns:a16="http://schemas.microsoft.com/office/drawing/2014/main" id="{0C94C480-46BE-61C0-519F-45DF2CCE0870}"/>
              </a:ext>
            </a:extLst>
          </p:cNvPr>
          <p:cNvSpPr txBox="1">
            <a:spLocks/>
          </p:cNvSpPr>
          <p:nvPr/>
        </p:nvSpPr>
        <p:spPr>
          <a:xfrm>
            <a:off x="7577594" y="6295679"/>
            <a:ext cx="4552368" cy="3198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cs-CZ" sz="1600" dirty="0">
                <a:solidFill>
                  <a:srgbClr val="002060"/>
                </a:solidFill>
              </a:rPr>
              <a:t>text</a:t>
            </a:r>
            <a:endParaRPr lang="en-US" sz="1600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120484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4898489B-54C8-C076-F17C-2F8619DBB7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b="1" dirty="0">
                <a:solidFill>
                  <a:srgbClr val="444444"/>
                </a:solidFill>
              </a:rPr>
              <a:t>Nadpis</a:t>
            </a:r>
            <a:endParaRPr lang="cs-CZ" b="1" dirty="0"/>
          </a:p>
        </p:txBody>
      </p:sp>
      <p:sp>
        <p:nvSpPr>
          <p:cNvPr id="13" name="Zástupný obsah 12">
            <a:extLst>
              <a:ext uri="{FF2B5EF4-FFF2-40B4-BE49-F238E27FC236}">
                <a16:creationId xmlns:a16="http://schemas.microsoft.com/office/drawing/2014/main" id="{1DB50969-9396-4DD0-D9F6-0AC8F33A25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cs-CZ" sz="2400" dirty="0">
                <a:solidFill>
                  <a:srgbClr val="444444"/>
                </a:solidFill>
              </a:rPr>
              <a:t>text</a:t>
            </a:r>
            <a:endParaRPr lang="cs-CZ" sz="2400" b="1" dirty="0">
              <a:solidFill>
                <a:srgbClr val="444444"/>
              </a:solidFill>
            </a:endParaRPr>
          </a:p>
          <a:p>
            <a:r>
              <a:rPr lang="cs-CZ" sz="2400" dirty="0">
                <a:solidFill>
                  <a:srgbClr val="444444"/>
                </a:solidFill>
              </a:rPr>
              <a:t>text</a:t>
            </a:r>
          </a:p>
          <a:p>
            <a:r>
              <a:rPr lang="cs-CZ" sz="2400" dirty="0">
                <a:solidFill>
                  <a:srgbClr val="444444"/>
                </a:solidFill>
              </a:rPr>
              <a:t>text</a:t>
            </a:r>
            <a:endParaRPr lang="cs-CZ" sz="2400" b="1" dirty="0">
              <a:solidFill>
                <a:srgbClr val="444444"/>
              </a:solidFill>
            </a:endParaRPr>
          </a:p>
          <a:p>
            <a:pPr marL="0" indent="0">
              <a:buNone/>
            </a:pPr>
            <a:endParaRPr lang="cs-CZ" sz="2400" dirty="0">
              <a:solidFill>
                <a:srgbClr val="444444"/>
              </a:solidFill>
            </a:endParaRPr>
          </a:p>
          <a:p>
            <a:pPr marL="0" indent="0">
              <a:buNone/>
            </a:pPr>
            <a:r>
              <a:rPr lang="cs-CZ" sz="2400" i="1" dirty="0">
                <a:solidFill>
                  <a:srgbClr val="444444"/>
                </a:solidFill>
              </a:rPr>
              <a:t>Souhrnná věta</a:t>
            </a:r>
          </a:p>
          <a:p>
            <a:endParaRPr lang="cs-CZ" sz="2400" dirty="0">
              <a:solidFill>
                <a:srgbClr val="444444"/>
              </a:solidFill>
            </a:endParaRPr>
          </a:p>
        </p:txBody>
      </p:sp>
      <p:sp>
        <p:nvSpPr>
          <p:cNvPr id="3" name="Obdélník 2">
            <a:extLst>
              <a:ext uri="{FF2B5EF4-FFF2-40B4-BE49-F238E27FC236}">
                <a16:creationId xmlns:a16="http://schemas.microsoft.com/office/drawing/2014/main" id="{87615300-A797-8E0C-C710-7FCA8E5A1C64}"/>
              </a:ext>
            </a:extLst>
          </p:cNvPr>
          <p:cNvSpPr/>
          <p:nvPr/>
        </p:nvSpPr>
        <p:spPr>
          <a:xfrm>
            <a:off x="0" y="-1"/>
            <a:ext cx="12192000" cy="160867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6" name="Obdélník 5">
            <a:extLst>
              <a:ext uri="{FF2B5EF4-FFF2-40B4-BE49-F238E27FC236}">
                <a16:creationId xmlns:a16="http://schemas.microsoft.com/office/drawing/2014/main" id="{00DA607C-663C-409C-73CE-1BAAD69CB5B7}"/>
              </a:ext>
            </a:extLst>
          </p:cNvPr>
          <p:cNvSpPr/>
          <p:nvPr/>
        </p:nvSpPr>
        <p:spPr>
          <a:xfrm>
            <a:off x="0" y="6697133"/>
            <a:ext cx="12192000" cy="160867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5861168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7526DF-3556-0858-B5B2-E33ECF37D2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104E2E40-2094-7110-755A-FE01D2C1A3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b="1" dirty="0">
                <a:solidFill>
                  <a:srgbClr val="444444"/>
                </a:solidFill>
              </a:rPr>
              <a:t>Nadpis</a:t>
            </a:r>
            <a:endParaRPr lang="cs-CZ" b="1" dirty="0"/>
          </a:p>
        </p:txBody>
      </p:sp>
      <p:sp>
        <p:nvSpPr>
          <p:cNvPr id="13" name="Zástupný obsah 12">
            <a:extLst>
              <a:ext uri="{FF2B5EF4-FFF2-40B4-BE49-F238E27FC236}">
                <a16:creationId xmlns:a16="http://schemas.microsoft.com/office/drawing/2014/main" id="{FAC98F99-C40C-AC63-F8AC-E390077113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cs-CZ" sz="2400" dirty="0">
                <a:solidFill>
                  <a:srgbClr val="444444"/>
                </a:solidFill>
              </a:rPr>
              <a:t>text</a:t>
            </a:r>
            <a:endParaRPr lang="cs-CZ" sz="2400" b="1" dirty="0">
              <a:solidFill>
                <a:srgbClr val="444444"/>
              </a:solidFill>
            </a:endParaRPr>
          </a:p>
          <a:p>
            <a:r>
              <a:rPr lang="cs-CZ" sz="2400" dirty="0">
                <a:solidFill>
                  <a:srgbClr val="444444"/>
                </a:solidFill>
              </a:rPr>
              <a:t>text</a:t>
            </a:r>
          </a:p>
          <a:p>
            <a:r>
              <a:rPr lang="cs-CZ" sz="2400" dirty="0">
                <a:solidFill>
                  <a:srgbClr val="444444"/>
                </a:solidFill>
              </a:rPr>
              <a:t>text</a:t>
            </a:r>
            <a:endParaRPr lang="cs-CZ" sz="2400" b="1" dirty="0">
              <a:solidFill>
                <a:srgbClr val="444444"/>
              </a:solidFill>
            </a:endParaRPr>
          </a:p>
          <a:p>
            <a:pPr marL="0" indent="0">
              <a:buNone/>
            </a:pPr>
            <a:endParaRPr lang="cs-CZ" sz="2400" dirty="0">
              <a:solidFill>
                <a:srgbClr val="444444"/>
              </a:solidFill>
            </a:endParaRPr>
          </a:p>
          <a:p>
            <a:pPr marL="0" indent="0">
              <a:buNone/>
            </a:pPr>
            <a:r>
              <a:rPr lang="cs-CZ" sz="2400" i="1" dirty="0">
                <a:solidFill>
                  <a:srgbClr val="444444"/>
                </a:solidFill>
              </a:rPr>
              <a:t>Souhrnná věta</a:t>
            </a:r>
          </a:p>
          <a:p>
            <a:endParaRPr lang="cs-CZ" sz="2400" dirty="0">
              <a:solidFill>
                <a:srgbClr val="444444"/>
              </a:solidFill>
            </a:endParaRPr>
          </a:p>
        </p:txBody>
      </p:sp>
      <p:sp>
        <p:nvSpPr>
          <p:cNvPr id="3" name="Obdélník 2">
            <a:extLst>
              <a:ext uri="{FF2B5EF4-FFF2-40B4-BE49-F238E27FC236}">
                <a16:creationId xmlns:a16="http://schemas.microsoft.com/office/drawing/2014/main" id="{E5DFE96E-EB0D-49F3-6040-94F982EAABC6}"/>
              </a:ext>
            </a:extLst>
          </p:cNvPr>
          <p:cNvSpPr/>
          <p:nvPr/>
        </p:nvSpPr>
        <p:spPr>
          <a:xfrm>
            <a:off x="0" y="-1"/>
            <a:ext cx="12192000" cy="160867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6" name="Obdélník 5">
            <a:extLst>
              <a:ext uri="{FF2B5EF4-FFF2-40B4-BE49-F238E27FC236}">
                <a16:creationId xmlns:a16="http://schemas.microsoft.com/office/drawing/2014/main" id="{04CD5F1F-01BD-772C-017F-4098B7477BEB}"/>
              </a:ext>
            </a:extLst>
          </p:cNvPr>
          <p:cNvSpPr/>
          <p:nvPr/>
        </p:nvSpPr>
        <p:spPr>
          <a:xfrm>
            <a:off x="0" y="6697133"/>
            <a:ext cx="12192000" cy="160867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graphicFrame>
        <p:nvGraphicFramePr>
          <p:cNvPr id="4" name="Tabulka 3">
            <a:extLst>
              <a:ext uri="{FF2B5EF4-FFF2-40B4-BE49-F238E27FC236}">
                <a16:creationId xmlns:a16="http://schemas.microsoft.com/office/drawing/2014/main" id="{876839D1-FE87-D9AD-E638-FEBDA2B87B7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83639608"/>
              </p:ext>
            </p:extLst>
          </p:nvPr>
        </p:nvGraphicFramePr>
        <p:xfrm>
          <a:off x="5330528" y="1894947"/>
          <a:ext cx="4590712" cy="222504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710352">
                  <a:extLst>
                    <a:ext uri="{9D8B030D-6E8A-4147-A177-3AD203B41FA5}">
                      <a16:colId xmlns:a16="http://schemas.microsoft.com/office/drawing/2014/main" val="3679451786"/>
                    </a:ext>
                  </a:extLst>
                </a:gridCol>
                <a:gridCol w="950976">
                  <a:extLst>
                    <a:ext uri="{9D8B030D-6E8A-4147-A177-3AD203B41FA5}">
                      <a16:colId xmlns:a16="http://schemas.microsoft.com/office/drawing/2014/main" val="3201273136"/>
                    </a:ext>
                  </a:extLst>
                </a:gridCol>
                <a:gridCol w="941832">
                  <a:extLst>
                    <a:ext uri="{9D8B030D-6E8A-4147-A177-3AD203B41FA5}">
                      <a16:colId xmlns:a16="http://schemas.microsoft.com/office/drawing/2014/main" val="1040235671"/>
                    </a:ext>
                  </a:extLst>
                </a:gridCol>
                <a:gridCol w="987552">
                  <a:extLst>
                    <a:ext uri="{9D8B030D-6E8A-4147-A177-3AD203B41FA5}">
                      <a16:colId xmlns:a16="http://schemas.microsoft.com/office/drawing/2014/main" val="245819951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cs-CZ" sz="1600" dirty="0"/>
                        <a:t>Sloupec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cs-CZ" sz="1600" dirty="0"/>
                        <a:t>Sloupec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cs-CZ" sz="1600" dirty="0"/>
                        <a:t>Sloupec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cs-CZ" sz="1600" dirty="0"/>
                        <a:t>Sloupec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75391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cs-CZ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cs-CZ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cs-CZ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cs-CZ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69956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cs-CZ" sz="16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cs-CZ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cs-CZ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cs-CZ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405387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cs-CZ" sz="16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cs-CZ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cs-CZ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cs-CZ" sz="16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592420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cs-CZ" sz="16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cs-CZ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cs-CZ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cs-CZ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320598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cs-CZ" sz="16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cs-CZ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cs-CZ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cs-CZ" sz="16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964446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2049543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D7264BDF-880C-E1A6-828D-A846B18B7AD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 algn="l"/>
            <a:r>
              <a:rPr lang="cs-CZ" sz="5400" b="1" dirty="0">
                <a:solidFill>
                  <a:srgbClr val="444444"/>
                </a:solidFill>
              </a:rPr>
              <a:t>Děkuji za pozornost</a:t>
            </a:r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530854EB-EDDA-FFA7-9996-854BF624475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447786"/>
            <a:ext cx="9144000" cy="1655762"/>
          </a:xfrm>
        </p:spPr>
        <p:txBody>
          <a:bodyPr>
            <a:normAutofit/>
          </a:bodyPr>
          <a:lstStyle/>
          <a:p>
            <a:pPr algn="l"/>
            <a:r>
              <a:rPr lang="cs-CZ" sz="2580" dirty="0">
                <a:solidFill>
                  <a:srgbClr val="002060"/>
                </a:solidFill>
              </a:rPr>
              <a:t>Dotazy zodpoví Ondřej Švorc (ondrej.svorc@xxx.cz)</a:t>
            </a:r>
            <a:endParaRPr lang="en-US" sz="2580" dirty="0">
              <a:solidFill>
                <a:srgbClr val="002060"/>
              </a:solidFill>
            </a:endParaRPr>
          </a:p>
        </p:txBody>
      </p:sp>
      <p:sp>
        <p:nvSpPr>
          <p:cNvPr id="10" name="Obdélník 9">
            <a:extLst>
              <a:ext uri="{FF2B5EF4-FFF2-40B4-BE49-F238E27FC236}">
                <a16:creationId xmlns:a16="http://schemas.microsoft.com/office/drawing/2014/main" id="{8CBBEF4D-E1CA-4EE7-CDED-C446A3F60FD8}"/>
              </a:ext>
            </a:extLst>
          </p:cNvPr>
          <p:cNvSpPr/>
          <p:nvPr/>
        </p:nvSpPr>
        <p:spPr>
          <a:xfrm>
            <a:off x="0" y="-1"/>
            <a:ext cx="12192000" cy="160867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8" name="Obdélník 7">
            <a:extLst>
              <a:ext uri="{FF2B5EF4-FFF2-40B4-BE49-F238E27FC236}">
                <a16:creationId xmlns:a16="http://schemas.microsoft.com/office/drawing/2014/main" id="{6C65B5F1-7C18-DDBB-2C05-D54379EF1A4A}"/>
              </a:ext>
            </a:extLst>
          </p:cNvPr>
          <p:cNvSpPr/>
          <p:nvPr/>
        </p:nvSpPr>
        <p:spPr>
          <a:xfrm>
            <a:off x="0" y="6697133"/>
            <a:ext cx="12192000" cy="160867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7847422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theme/theme1.xml><?xml version="1.0" encoding="utf-8"?>
<a:theme xmlns:a="http://schemas.openxmlformats.org/drawingml/2006/main" name="Motiv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Motiv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2329</TotalTime>
  <Words>36</Words>
  <Application>Microsoft Office PowerPoint</Application>
  <PresentationFormat>Širokoúhlá obrazovka</PresentationFormat>
  <Paragraphs>22</Paragraphs>
  <Slides>4</Slides>
  <Notes>1</Notes>
  <HiddenSlides>0</HiddenSlides>
  <MMClips>0</MMClips>
  <ScaleCrop>false</ScaleCrop>
  <HeadingPairs>
    <vt:vector size="6" baseType="variant">
      <vt:variant>
        <vt:lpstr>Použitá písma</vt:lpstr>
      </vt:variant>
      <vt:variant>
        <vt:i4>3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Motiv Office</vt:lpstr>
      <vt:lpstr>Nadpis</vt:lpstr>
      <vt:lpstr>Nadpis</vt:lpstr>
      <vt:lpstr>Nadpis</vt:lpstr>
      <vt:lpstr>Děkuji za pozornost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Úvod do Reactu</dc:title>
  <dc:creator>Ondřej Švorc</dc:creator>
  <cp:lastModifiedBy>Ondřej Švorc</cp:lastModifiedBy>
  <cp:revision>1481</cp:revision>
  <dcterms:created xsi:type="dcterms:W3CDTF">2024-03-27T11:04:38Z</dcterms:created>
  <dcterms:modified xsi:type="dcterms:W3CDTF">2026-01-16T13:55:22Z</dcterms:modified>
</cp:coreProperties>
</file>